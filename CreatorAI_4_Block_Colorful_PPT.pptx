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85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22B4B"/>
                </a:solidFill>
              </a:defRPr>
            </a:pPr>
            <a:r>
              <a:t>CREATORAI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25E7D"/>
                </a:solidFill>
              </a:defRPr>
            </a:pPr>
            <a:r>
              <a:t>AI-POWERED CREATOR OPERATING PLATFORM  •  Hackathon 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532120" cy="2148840"/>
          </a:xfrm>
          <a:prstGeom prst="roundRect">
            <a:avLst/>
          </a:prstGeom>
          <a:solidFill>
            <a:srgbClr val="E8EE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46304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485CD2"/>
                </a:solidFill>
              </a:defRPr>
            </a:pPr>
            <a:r>
              <a:t>01  PROBLEM + SOLUTION</a:t>
            </a:r>
          </a:p>
          <a:p>
            <a:pPr>
              <a:spcAft>
                <a:spcPts val="300"/>
              </a:spcAft>
              <a:defRPr sz="1080" b="1">
                <a:solidFill>
                  <a:srgbClr val="232D41"/>
                </a:solidFill>
              </a:defRPr>
            </a:pPr>
            <a:r>
              <a:t>PROBLEM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Creators spend hours finding valuable moments, writing hooks/captions, adapting content and manually making short clips.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</a:p>
          <a:p>
            <a:pPr>
              <a:spcAft>
                <a:spcPts val="300"/>
              </a:spcAft>
              <a:defRPr sz="1080" b="1">
                <a:solidFill>
                  <a:srgbClr val="232D41"/>
                </a:solidFill>
              </a:defRPr>
            </a:pPr>
            <a:r>
              <a:t>SOLUTION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CreatorAI brings the workflow into one platform: upload → analyze → discover → adapt → generate → export.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91440" cy="2148840"/>
          </a:xfrm>
          <a:prstGeom prst="rect">
            <a:avLst/>
          </a:prstGeom>
          <a:solidFill>
            <a:srgbClr val="485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513832" cy="2148840"/>
          </a:xfrm>
          <a:prstGeom prst="roundRect">
            <a:avLst/>
          </a:prstGeom>
          <a:solidFill>
            <a:srgbClr val="E8F9F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46304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99169"/>
                </a:solidFill>
              </a:defRPr>
            </a:pPr>
            <a:r>
              <a:t>02  AI-POWERED FEATURES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• Content &amp; script analysis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• Important moment detection + engagement score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• AI-assisted hook generation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• Caption generation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• YouTube Shorts / Reels / TikTok adaptation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• Browser-based short clip generation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• Preview &amp; download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91440" cy="2148840"/>
          </a:xfrm>
          <a:prstGeom prst="rect">
            <a:avLst/>
          </a:prstGeom>
          <a:solidFill>
            <a:srgbClr val="19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767328"/>
            <a:ext cx="5532120" cy="2148840"/>
          </a:xfrm>
          <a:prstGeom prst="roundRect">
            <a:avLst/>
          </a:prstGeom>
          <a:solidFill>
            <a:srgbClr val="FFF2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46304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E6802D"/>
                </a:solidFill>
              </a:defRPr>
            </a:pPr>
            <a:r>
              <a:t>03  TECHNOLOGY + WORKFLOW</a:t>
            </a:r>
          </a:p>
          <a:p>
            <a:pPr>
              <a:spcAft>
                <a:spcPts val="300"/>
              </a:spcAft>
              <a:defRPr sz="1080" b="1">
                <a:solidFill>
                  <a:srgbClr val="232D41"/>
                </a:solidFill>
              </a:defRPr>
            </a:pPr>
            <a:r>
              <a:t>TECH STACK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React • Vite • JavaScript • CSS • Python • FastAPI • Uvicorn • HTML5 Video • MediaRecorder • GitHub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</a:p>
          <a:p>
            <a:pPr>
              <a:spcAft>
                <a:spcPts val="300"/>
              </a:spcAft>
              <a:defRPr sz="1080" b="1">
                <a:solidFill>
                  <a:srgbClr val="232D41"/>
                </a:solidFill>
              </a:defRPr>
            </a:pPr>
            <a:r>
              <a:t>WORKFLOW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Video + Script → AI Analysis → Hooks/Moments → Platform Adaptation → Select → Generate Clip → Preview/Export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67328"/>
            <a:ext cx="91440" cy="2148840"/>
          </a:xfrm>
          <a:prstGeom prst="rect">
            <a:avLst/>
          </a:prstGeom>
          <a:solidFill>
            <a:srgbClr val="E6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767328"/>
            <a:ext cx="5513832" cy="2148840"/>
          </a:xfrm>
          <a:prstGeom prst="roundRect">
            <a:avLst/>
          </a:prstGeom>
          <a:solidFill>
            <a:srgbClr val="F8EBF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64592" tIns="146304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9B4BB4"/>
                </a:solidFill>
              </a:defRPr>
            </a:pPr>
            <a:r>
              <a:t>04  DEMO + FUTURE</a:t>
            </a:r>
          </a:p>
          <a:p>
            <a:pPr>
              <a:spcAft>
                <a:spcPts val="300"/>
              </a:spcAft>
              <a:defRPr sz="1080" b="1">
                <a:solidFill>
                  <a:srgbClr val="232D41"/>
                </a:solidFill>
              </a:defRPr>
            </a:pPr>
            <a:r>
              <a:t>DEMO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Upload sample → Analyze → Show hooks &amp; moments → Select moment → Generate clip → Play/Download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</a:p>
          <a:p>
            <a:pPr>
              <a:spcAft>
                <a:spcPts val="300"/>
              </a:spcAft>
              <a:defRPr sz="1080" b="1">
                <a:solidFill>
                  <a:srgbClr val="232D41"/>
                </a:solidFill>
              </a:defRPr>
            </a:pPr>
            <a:r>
              <a:t>FUTURE SCOPE</a:t>
            </a:r>
          </a:p>
          <a:p>
            <a:pPr>
              <a:spcAft>
                <a:spcPts val="300"/>
              </a:spcAft>
              <a:defRPr sz="1080">
                <a:solidFill>
                  <a:srgbClr val="303746"/>
                </a:solidFill>
              </a:defRPr>
            </a:pPr>
            <a:r>
              <a:t>Speech-to-text • multimodal AI • subtitles • 9:16 conversion • multiple clips • thumbnails • analytics • cloud processing • social publishing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767328"/>
            <a:ext cx="91440" cy="2148840"/>
          </a:xfrm>
          <a:prstGeom prst="rect">
            <a:avLst/>
          </a:prstGeom>
          <a:solidFill>
            <a:srgbClr val="9B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14476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B556E"/>
                </a:solidFill>
              </a:defRPr>
            </a:pPr>
            <a:r>
              <a:t>TEAMTECHIES  |  2-MEMBER TEAM  |  Frontend &amp; UI  •  AI &amp; Video Processing  •  Creator remains in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